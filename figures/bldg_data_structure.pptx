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4" autoAdjust="0"/>
    <p:restoredTop sz="94660"/>
  </p:normalViewPr>
  <p:slideViewPr>
    <p:cSldViewPr snapToGrid="0">
      <p:cViewPr>
        <p:scale>
          <a:sx n="106" d="100"/>
          <a:sy n="106" d="100"/>
        </p:scale>
        <p:origin x="85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9E1A-3290-F411-0F8D-41764FB82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897E0-E229-AD2A-5B74-6A4A6AEB2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96C00-91E6-0FAB-AB2A-7CE71D81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8C94A-29FD-C47F-FA30-B788E8B6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2E34-F454-82A6-5D1B-38175A521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6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E1A9-6BD5-79F5-AD4A-42C70E8CB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A4ED7-9784-5549-93ED-1AB1FA3A2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5E095-23F7-FC66-9299-39E257F40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EE25B-87B2-62C5-BBDF-6DA22738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85F8D-F55A-520A-B661-A664837C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9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CCE2-A829-D444-333A-5A5234BC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A5088-95DC-54D7-F5E1-1F3C95A57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AC2A1-D83A-330C-491E-C655D988E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AF30-2DD5-EE3E-3355-9CFDFAB71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394C2-0AEA-54C7-A5C6-B352C5EE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2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B5E2-1DD3-092C-79DF-FF45505C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2A9A6-47D5-3FEE-D69B-A0AD05552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6D120-321D-82DC-EAA4-B0F8BDF7E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BD9A1-AADE-DA1D-9CDD-989B6AD8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83F29-0B1F-7293-F55A-923DD51D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E11C9-1F3A-1769-246B-A3BAD101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05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547C-AF6B-296E-395E-18C45349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74A49-A2C6-456A-7A4A-1CEE4DD24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B7AB0-2C2D-B4A8-4F53-BE17EE6D2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FD67E-90DB-5AEA-8CA5-396309E280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8CA659-514E-F980-AF0B-07B925664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DCE81A-EA91-1C76-82C4-4C7A367B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2CB618-0669-90AE-A023-880BE8F0B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07DFE1-472C-1DA2-454F-59E1591E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03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03934-2114-41EA-B6B2-8ECBB2A72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83E4E-C188-72AC-9F5A-4AFD9987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CF006-568C-EB39-3352-F45D155D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0E437-3241-867C-4630-E919CE8E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3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86828-299B-7FDF-C80F-0AA1CCB3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58C26-BDF0-2B84-6BBB-80A971812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152C1-C304-B122-B96B-E544F9A8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66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6398-F25C-B56C-4C44-DEAA547E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A4BC2-9C10-EAF9-8455-7AC9422EA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F4CBC-ABED-E0CA-93F1-BCE3EAB9B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0B2C3-4116-279D-D87B-F89AE7B3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85DAA-2A6A-0D58-0DF1-8C6D4B486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1C4BD-9953-D499-6EC2-D9C22EF1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7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05D9-CCDE-BF3D-9027-3446CBE1C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03260-6C7A-D5E3-D40E-B9054E610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EC3D0-07A4-A7ED-4F5F-94380CB34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2109D-24EA-898B-385A-C5DCC0D9B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A61EB-0205-5330-A727-F2E6FD53B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861BF-BD07-EA6F-8B60-FA5DFF90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8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9C8C-32BD-0398-40C8-29CEB0246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9FA94-7C52-30F9-3CAE-DDC380763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47468-0919-FA91-06B3-115D5FDEB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DECD2-0E01-3A37-D092-FD3495E2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F162F-F7D6-B34B-C63A-3112AB00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32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45C4AF-B6A6-9C64-EF40-C3BEFA2D8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36D58-BCE9-52BA-A2C6-36E4ADB6A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4F41B-59F4-3F5B-FDA5-E54EFA277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6801B-7EBC-AEC7-36A2-02CD5C37B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90F2D-5B12-0E2C-CD80-5E242FCD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54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233E8-DDAB-EA00-A0E4-E8A738ED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7ECDC-2FB8-7761-F896-3AC539C3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B1E4F-653C-1F01-5C02-C81282F7B8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0122B-BC72-41F7-938E-33D4221D7AF9}" type="datetimeFigureOut">
              <a:rPr lang="en-US" smtClean="0"/>
              <a:t>7/31/25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8AE56-C4F3-B14D-DF7C-8B51811D0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02C68-155D-78AE-D73E-291C961DC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CC727-E7C8-44FA-A608-4A90F12BB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7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ED0C1D-2929-BADB-28B0-AAD1D6A8D729}"/>
              </a:ext>
            </a:extLst>
          </p:cNvPr>
          <p:cNvSpPr txBox="1"/>
          <p:nvPr/>
        </p:nvSpPr>
        <p:spPr>
          <a:xfrm>
            <a:off x="2869468" y="131335"/>
            <a:ext cx="1435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[filename].</a:t>
            </a:r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bldg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B4869F-352C-62C2-A628-06AC4D3B214C}"/>
              </a:ext>
            </a:extLst>
          </p:cNvPr>
          <p:cNvSpPr txBox="1"/>
          <p:nvPr/>
        </p:nvSpPr>
        <p:spPr>
          <a:xfrm>
            <a:off x="3961698" y="368082"/>
            <a:ext cx="9348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bldg_info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1931CE-ACD1-C123-3FC7-ABDBDA380F92}"/>
              </a:ext>
            </a:extLst>
          </p:cNvPr>
          <p:cNvSpPr txBox="1"/>
          <p:nvPr/>
        </p:nvSpPr>
        <p:spPr>
          <a:xfrm>
            <a:off x="4965730" y="550187"/>
            <a:ext cx="2523448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height_top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(required) 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height_plate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(required)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height_eave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(conditionally required)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height_deck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(conditionally required)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height_parapet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(optional)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height_tower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(optional)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roof_type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(required)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roof_pitch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(conditionally required)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width: (required)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depth: (required)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sep_platting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(conditionally required)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unit_separation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(conditionally required)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sep_wall_length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(conditionally required)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parking: (optional)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3BE3F4-00C9-8AF8-0A35-1F1D2FD0F67A}"/>
              </a:ext>
            </a:extLst>
          </p:cNvPr>
          <p:cNvSpPr txBox="1"/>
          <p:nvPr/>
        </p:nvSpPr>
        <p:spPr>
          <a:xfrm>
            <a:off x="4005421" y="4375378"/>
            <a:ext cx="9348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unit_info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DF5424-6570-6AAC-F36B-37078C20C9B5}"/>
              </a:ext>
            </a:extLst>
          </p:cNvPr>
          <p:cNvSpPr txBox="1"/>
          <p:nvPr/>
        </p:nvSpPr>
        <p:spPr>
          <a:xfrm>
            <a:off x="4965729" y="4563118"/>
            <a:ext cx="601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[[1]]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657B7F-5316-4C7E-6086-D3A62D314413}"/>
              </a:ext>
            </a:extLst>
          </p:cNvPr>
          <p:cNvSpPr txBox="1"/>
          <p:nvPr/>
        </p:nvSpPr>
        <p:spPr>
          <a:xfrm>
            <a:off x="5989997" y="4719216"/>
            <a:ext cx="226857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fl_area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(required)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Bedrooms: (required)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entry_level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(required)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outside_entry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(required)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qty: (required)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038DD213-7A79-2E8C-BE68-BD8DCBCE5D4B}"/>
              </a:ext>
            </a:extLst>
          </p:cNvPr>
          <p:cNvCxnSpPr>
            <a:cxnSpLocks/>
          </p:cNvCxnSpPr>
          <p:nvPr/>
        </p:nvCxnSpPr>
        <p:spPr>
          <a:xfrm>
            <a:off x="4237638" y="4609842"/>
            <a:ext cx="728091" cy="84082"/>
          </a:xfrm>
          <a:prstGeom prst="bentConnector3">
            <a:avLst>
              <a:gd name="adj1" fmla="val -149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FE2E560-D560-8921-9752-DBF92F6D2DD3}"/>
              </a:ext>
            </a:extLst>
          </p:cNvPr>
          <p:cNvSpPr txBox="1"/>
          <p:nvPr/>
        </p:nvSpPr>
        <p:spPr>
          <a:xfrm>
            <a:off x="4983553" y="5648337"/>
            <a:ext cx="601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[[n]]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3DC2FB5-4A5B-A2A9-B255-9B92453769ED}"/>
              </a:ext>
            </a:extLst>
          </p:cNvPr>
          <p:cNvCxnSpPr>
            <a:cxnSpLocks/>
          </p:cNvCxnSpPr>
          <p:nvPr/>
        </p:nvCxnSpPr>
        <p:spPr>
          <a:xfrm>
            <a:off x="4246877" y="5692346"/>
            <a:ext cx="728091" cy="84082"/>
          </a:xfrm>
          <a:prstGeom prst="bentConnector3">
            <a:avLst>
              <a:gd name="adj1" fmla="val -149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60D7A5E-57D7-17CD-0E2D-5497303471C4}"/>
              </a:ext>
            </a:extLst>
          </p:cNvPr>
          <p:cNvCxnSpPr>
            <a:cxnSpLocks/>
          </p:cNvCxnSpPr>
          <p:nvPr/>
        </p:nvCxnSpPr>
        <p:spPr>
          <a:xfrm>
            <a:off x="4234219" y="4684466"/>
            <a:ext cx="0" cy="100788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F945FB81-CCB5-68CD-C6D1-8A1523435E6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60068" y="1378264"/>
            <a:ext cx="2256516" cy="754806"/>
          </a:xfrm>
          <a:prstGeom prst="bentConnector3">
            <a:avLst>
              <a:gd name="adj1" fmla="val 9997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51F37A6-B7CC-0D31-E2AA-ABB5109A9E73}"/>
              </a:ext>
            </a:extLst>
          </p:cNvPr>
          <p:cNvCxnSpPr/>
          <p:nvPr/>
        </p:nvCxnSpPr>
        <p:spPr>
          <a:xfrm>
            <a:off x="4206968" y="681118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08016C7-73BD-8095-5C58-972F5C27A8BE}"/>
              </a:ext>
            </a:extLst>
          </p:cNvPr>
          <p:cNvCxnSpPr/>
          <p:nvPr/>
        </p:nvCxnSpPr>
        <p:spPr>
          <a:xfrm>
            <a:off x="4206968" y="845141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EA969CF-0A3E-D1EC-4341-569B54321B39}"/>
              </a:ext>
            </a:extLst>
          </p:cNvPr>
          <p:cNvCxnSpPr/>
          <p:nvPr/>
        </p:nvCxnSpPr>
        <p:spPr>
          <a:xfrm>
            <a:off x="4206968" y="1021353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18E556E8-EA41-619F-3D7A-4FEAA2242526}"/>
              </a:ext>
            </a:extLst>
          </p:cNvPr>
          <p:cNvCxnSpPr>
            <a:cxnSpLocks/>
          </p:cNvCxnSpPr>
          <p:nvPr/>
        </p:nvCxnSpPr>
        <p:spPr>
          <a:xfrm>
            <a:off x="5257040" y="4779579"/>
            <a:ext cx="732958" cy="728288"/>
          </a:xfrm>
          <a:prstGeom prst="bentConnector3">
            <a:avLst>
              <a:gd name="adj1" fmla="val -137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0AFCE23-4C70-4063-A8FD-DC1FA428DBB8}"/>
              </a:ext>
            </a:extLst>
          </p:cNvPr>
          <p:cNvCxnSpPr>
            <a:cxnSpLocks/>
          </p:cNvCxnSpPr>
          <p:nvPr/>
        </p:nvCxnSpPr>
        <p:spPr>
          <a:xfrm flipV="1">
            <a:off x="5257040" y="5038295"/>
            <a:ext cx="705258" cy="4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1EB9081-BC7B-07A5-7A9B-711608D6A2D6}"/>
              </a:ext>
            </a:extLst>
          </p:cNvPr>
          <p:cNvCxnSpPr>
            <a:cxnSpLocks/>
          </p:cNvCxnSpPr>
          <p:nvPr/>
        </p:nvCxnSpPr>
        <p:spPr>
          <a:xfrm flipV="1">
            <a:off x="5257039" y="4869139"/>
            <a:ext cx="705258" cy="4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F7E08FF-9092-6773-58B6-295AB77CE952}"/>
              </a:ext>
            </a:extLst>
          </p:cNvPr>
          <p:cNvSpPr txBox="1"/>
          <p:nvPr/>
        </p:nvSpPr>
        <p:spPr>
          <a:xfrm>
            <a:off x="3977433" y="2994900"/>
            <a:ext cx="10182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level_info</a:t>
            </a:r>
            <a:endParaRPr lang="en-US" sz="11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4DEA0C9D-6473-ACFB-AA33-BBAF5EA342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39303" y="2074374"/>
            <a:ext cx="4119556" cy="756701"/>
          </a:xfrm>
          <a:prstGeom prst="bentConnector3">
            <a:avLst>
              <a:gd name="adj1" fmla="val 9998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8D5B738-250A-F6B2-7DBD-F2BC0E8A89CD}"/>
              </a:ext>
            </a:extLst>
          </p:cNvPr>
          <p:cNvCxnSpPr>
            <a:cxnSpLocks/>
          </p:cNvCxnSpPr>
          <p:nvPr/>
        </p:nvCxnSpPr>
        <p:spPr>
          <a:xfrm>
            <a:off x="3225337" y="498887"/>
            <a:ext cx="783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C0A08B9-3F1D-46C3-FC25-6F3F81B5CA6A}"/>
              </a:ext>
            </a:extLst>
          </p:cNvPr>
          <p:cNvCxnSpPr>
            <a:cxnSpLocks/>
          </p:cNvCxnSpPr>
          <p:nvPr/>
        </p:nvCxnSpPr>
        <p:spPr>
          <a:xfrm>
            <a:off x="3225337" y="3137975"/>
            <a:ext cx="783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CD9EF860-41C0-D8D3-46CD-F7C80AA84D8F}"/>
              </a:ext>
            </a:extLst>
          </p:cNvPr>
          <p:cNvCxnSpPr>
            <a:cxnSpLocks/>
          </p:cNvCxnSpPr>
          <p:nvPr/>
        </p:nvCxnSpPr>
        <p:spPr>
          <a:xfrm>
            <a:off x="5274979" y="3464110"/>
            <a:ext cx="754806" cy="276898"/>
          </a:xfrm>
          <a:prstGeom prst="bentConnector3">
            <a:avLst>
              <a:gd name="adj1" fmla="val -110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0D068A0-7EBD-03A7-1D9D-BFF2F3A3A0DD}"/>
              </a:ext>
            </a:extLst>
          </p:cNvPr>
          <p:cNvSpPr txBox="1"/>
          <p:nvPr/>
        </p:nvSpPr>
        <p:spPr>
          <a:xfrm>
            <a:off x="6013049" y="3414714"/>
            <a:ext cx="22685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level (required):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gross_fl_area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 (required):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D1D878-7262-CA43-F768-CC12DD2C8146}"/>
              </a:ext>
            </a:extLst>
          </p:cNvPr>
          <p:cNvCxnSpPr>
            <a:cxnSpLocks/>
          </p:cNvCxnSpPr>
          <p:nvPr/>
        </p:nvCxnSpPr>
        <p:spPr>
          <a:xfrm>
            <a:off x="5271023" y="3560698"/>
            <a:ext cx="7607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BDD2571-19D1-1A8D-9F7B-38A928C12143}"/>
              </a:ext>
            </a:extLst>
          </p:cNvPr>
          <p:cNvSpPr txBox="1"/>
          <p:nvPr/>
        </p:nvSpPr>
        <p:spPr>
          <a:xfrm>
            <a:off x="4975042" y="3202183"/>
            <a:ext cx="601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[[1]]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58A02D3-73E6-C9DE-D007-200687591922}"/>
              </a:ext>
            </a:extLst>
          </p:cNvPr>
          <p:cNvCxnSpPr>
            <a:cxnSpLocks/>
          </p:cNvCxnSpPr>
          <p:nvPr/>
        </p:nvCxnSpPr>
        <p:spPr>
          <a:xfrm>
            <a:off x="4246951" y="3248906"/>
            <a:ext cx="728091" cy="84082"/>
          </a:xfrm>
          <a:prstGeom prst="bentConnector3">
            <a:avLst>
              <a:gd name="adj1" fmla="val -149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983F9B8-FAB0-90D0-583C-D362B04F6E99}"/>
              </a:ext>
            </a:extLst>
          </p:cNvPr>
          <p:cNvSpPr txBox="1"/>
          <p:nvPr/>
        </p:nvSpPr>
        <p:spPr>
          <a:xfrm>
            <a:off x="5004354" y="3826193"/>
            <a:ext cx="6014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[[n]]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D06642B-31C6-D5FB-C08A-9C9062273D41}"/>
              </a:ext>
            </a:extLst>
          </p:cNvPr>
          <p:cNvCxnSpPr>
            <a:cxnSpLocks/>
          </p:cNvCxnSpPr>
          <p:nvPr/>
        </p:nvCxnSpPr>
        <p:spPr>
          <a:xfrm>
            <a:off x="4249353" y="3891864"/>
            <a:ext cx="728091" cy="84082"/>
          </a:xfrm>
          <a:prstGeom prst="bentConnector3">
            <a:avLst>
              <a:gd name="adj1" fmla="val -149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19536B-1ABB-8F95-441A-82D756070B1F}"/>
              </a:ext>
            </a:extLst>
          </p:cNvPr>
          <p:cNvCxnSpPr>
            <a:cxnSpLocks/>
          </p:cNvCxnSpPr>
          <p:nvPr/>
        </p:nvCxnSpPr>
        <p:spPr>
          <a:xfrm>
            <a:off x="4237806" y="3332988"/>
            <a:ext cx="0" cy="579275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939AE3C3-845D-D3A6-F1EE-A0C18F9BE0EF}"/>
              </a:ext>
            </a:extLst>
          </p:cNvPr>
          <p:cNvCxnSpPr>
            <a:cxnSpLocks/>
          </p:cNvCxnSpPr>
          <p:nvPr/>
        </p:nvCxnSpPr>
        <p:spPr>
          <a:xfrm>
            <a:off x="5271023" y="4109338"/>
            <a:ext cx="754806" cy="276898"/>
          </a:xfrm>
          <a:prstGeom prst="bentConnector3">
            <a:avLst>
              <a:gd name="adj1" fmla="val -110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7B4D03C-ACAD-3A81-7060-9AE3FCE69189}"/>
              </a:ext>
            </a:extLst>
          </p:cNvPr>
          <p:cNvSpPr txBox="1"/>
          <p:nvPr/>
        </p:nvSpPr>
        <p:spPr>
          <a:xfrm>
            <a:off x="6029785" y="4062161"/>
            <a:ext cx="22685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level (required):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gross_fl_area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 (required):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FD663D-C69A-AC0C-0D43-703286F1A379}"/>
              </a:ext>
            </a:extLst>
          </p:cNvPr>
          <p:cNvCxnSpPr>
            <a:cxnSpLocks/>
          </p:cNvCxnSpPr>
          <p:nvPr/>
        </p:nvCxnSpPr>
        <p:spPr>
          <a:xfrm>
            <a:off x="5267067" y="4205926"/>
            <a:ext cx="7607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8A29CCD-5D64-F93E-EE89-17B9476361E8}"/>
              </a:ext>
            </a:extLst>
          </p:cNvPr>
          <p:cNvCxnSpPr/>
          <p:nvPr/>
        </p:nvCxnSpPr>
        <p:spPr>
          <a:xfrm>
            <a:off x="4206318" y="1182717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D29EF9-613D-FD98-ADCA-07504314BCAA}"/>
              </a:ext>
            </a:extLst>
          </p:cNvPr>
          <p:cNvCxnSpPr/>
          <p:nvPr/>
        </p:nvCxnSpPr>
        <p:spPr>
          <a:xfrm>
            <a:off x="4206317" y="1353047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09F113-2626-8455-AF05-D94733EEEC92}"/>
              </a:ext>
            </a:extLst>
          </p:cNvPr>
          <p:cNvCxnSpPr/>
          <p:nvPr/>
        </p:nvCxnSpPr>
        <p:spPr>
          <a:xfrm>
            <a:off x="4201221" y="1523377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B6C6C93-9246-3732-3A6C-486D616BE2E3}"/>
              </a:ext>
            </a:extLst>
          </p:cNvPr>
          <p:cNvCxnSpPr/>
          <p:nvPr/>
        </p:nvCxnSpPr>
        <p:spPr>
          <a:xfrm>
            <a:off x="4201221" y="1693706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C5812D-1C63-75A7-6221-BFBA43B1C68C}"/>
              </a:ext>
            </a:extLst>
          </p:cNvPr>
          <p:cNvCxnSpPr>
            <a:cxnSpLocks/>
          </p:cNvCxnSpPr>
          <p:nvPr/>
        </p:nvCxnSpPr>
        <p:spPr>
          <a:xfrm flipV="1">
            <a:off x="5232480" y="5202663"/>
            <a:ext cx="705258" cy="4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40D978-005F-4F88-57EB-D472E31404D0}"/>
              </a:ext>
            </a:extLst>
          </p:cNvPr>
          <p:cNvCxnSpPr>
            <a:cxnSpLocks/>
          </p:cNvCxnSpPr>
          <p:nvPr/>
        </p:nvCxnSpPr>
        <p:spPr>
          <a:xfrm flipV="1">
            <a:off x="5257039" y="5360044"/>
            <a:ext cx="705258" cy="4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32EDCB-0D6C-5B6F-9F02-9483F06C7E33}"/>
              </a:ext>
            </a:extLst>
          </p:cNvPr>
          <p:cNvSpPr txBox="1"/>
          <p:nvPr/>
        </p:nvSpPr>
        <p:spPr>
          <a:xfrm>
            <a:off x="5989997" y="5884140"/>
            <a:ext cx="226857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fl_area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(required)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Bedrooms: (required)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entry_level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(required)</a:t>
            </a:r>
          </a:p>
          <a:p>
            <a:r>
              <a:rPr lang="en-US" sz="1100" dirty="0" err="1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outside_entry</a:t>
            </a:r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: (required)</a:t>
            </a:r>
          </a:p>
          <a:p>
            <a:r>
              <a:rPr lang="en-US" sz="1100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qty: (required)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AE4BB19-6F15-50C5-E020-878E053A02CA}"/>
              </a:ext>
            </a:extLst>
          </p:cNvPr>
          <p:cNvCxnSpPr>
            <a:cxnSpLocks/>
          </p:cNvCxnSpPr>
          <p:nvPr/>
        </p:nvCxnSpPr>
        <p:spPr>
          <a:xfrm>
            <a:off x="5257040" y="5944503"/>
            <a:ext cx="732958" cy="728288"/>
          </a:xfrm>
          <a:prstGeom prst="bentConnector3">
            <a:avLst>
              <a:gd name="adj1" fmla="val -137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86F0CCA-FA51-2243-7909-D3004053134B}"/>
              </a:ext>
            </a:extLst>
          </p:cNvPr>
          <p:cNvCxnSpPr>
            <a:cxnSpLocks/>
          </p:cNvCxnSpPr>
          <p:nvPr/>
        </p:nvCxnSpPr>
        <p:spPr>
          <a:xfrm flipV="1">
            <a:off x="5257040" y="6203219"/>
            <a:ext cx="705258" cy="4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416BCD-2C7A-F579-70DF-0AA17A964005}"/>
              </a:ext>
            </a:extLst>
          </p:cNvPr>
          <p:cNvCxnSpPr>
            <a:cxnSpLocks/>
          </p:cNvCxnSpPr>
          <p:nvPr/>
        </p:nvCxnSpPr>
        <p:spPr>
          <a:xfrm flipV="1">
            <a:off x="5257039" y="6034063"/>
            <a:ext cx="705258" cy="4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B2B78E9-17D0-FDDC-0A28-BEAD81AD1D7B}"/>
              </a:ext>
            </a:extLst>
          </p:cNvPr>
          <p:cNvCxnSpPr>
            <a:cxnSpLocks/>
          </p:cNvCxnSpPr>
          <p:nvPr/>
        </p:nvCxnSpPr>
        <p:spPr>
          <a:xfrm flipV="1">
            <a:off x="5232480" y="6367587"/>
            <a:ext cx="705258" cy="4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40162FC-B75E-31AC-BAEF-2A24A55FC1B6}"/>
              </a:ext>
            </a:extLst>
          </p:cNvPr>
          <p:cNvCxnSpPr>
            <a:cxnSpLocks/>
          </p:cNvCxnSpPr>
          <p:nvPr/>
        </p:nvCxnSpPr>
        <p:spPr>
          <a:xfrm flipV="1">
            <a:off x="5257039" y="6524968"/>
            <a:ext cx="705258" cy="4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14E08C6-77C1-290B-2FBD-F19A087D1259}"/>
              </a:ext>
            </a:extLst>
          </p:cNvPr>
          <p:cNvCxnSpPr/>
          <p:nvPr/>
        </p:nvCxnSpPr>
        <p:spPr>
          <a:xfrm>
            <a:off x="4210923" y="1864035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BD219D5-70BC-07A2-3F18-CB22F7E9213E}"/>
              </a:ext>
            </a:extLst>
          </p:cNvPr>
          <p:cNvCxnSpPr/>
          <p:nvPr/>
        </p:nvCxnSpPr>
        <p:spPr>
          <a:xfrm>
            <a:off x="4210923" y="2016435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9E762C-0333-F3DD-B6C7-810FF876BAA5}"/>
              </a:ext>
            </a:extLst>
          </p:cNvPr>
          <p:cNvCxnSpPr/>
          <p:nvPr/>
        </p:nvCxnSpPr>
        <p:spPr>
          <a:xfrm>
            <a:off x="4210923" y="2184600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FCD99D-1ABB-4875-570D-2FA5EEA70567}"/>
              </a:ext>
            </a:extLst>
          </p:cNvPr>
          <p:cNvCxnSpPr/>
          <p:nvPr/>
        </p:nvCxnSpPr>
        <p:spPr>
          <a:xfrm>
            <a:off x="4210923" y="2363276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1ED39C-B385-7584-AE17-88B3F7AB9987}"/>
              </a:ext>
            </a:extLst>
          </p:cNvPr>
          <p:cNvCxnSpPr/>
          <p:nvPr/>
        </p:nvCxnSpPr>
        <p:spPr>
          <a:xfrm>
            <a:off x="4210923" y="2541951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BE39E4-4955-A737-DC35-B4C0EB128A06}"/>
              </a:ext>
            </a:extLst>
          </p:cNvPr>
          <p:cNvCxnSpPr/>
          <p:nvPr/>
        </p:nvCxnSpPr>
        <p:spPr>
          <a:xfrm>
            <a:off x="4210923" y="2710117"/>
            <a:ext cx="754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59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211</Words>
  <Application>Microsoft Macintosh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Cascadia Mono Light</vt:lpstr>
      <vt:lpstr>Office Theme</vt:lpstr>
      <vt:lpstr>PowerPoint Presentation</vt:lpstr>
    </vt:vector>
  </TitlesOfParts>
  <Company>GSD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Voulgaris, Carole Turley</dc:creator>
  <cp:lastModifiedBy>Mansfield, Kamryn Wyatt</cp:lastModifiedBy>
  <cp:revision>9</cp:revision>
  <dcterms:created xsi:type="dcterms:W3CDTF">2025-05-05T19:50:19Z</dcterms:created>
  <dcterms:modified xsi:type="dcterms:W3CDTF">2025-07-31T22:34:07Z</dcterms:modified>
</cp:coreProperties>
</file>