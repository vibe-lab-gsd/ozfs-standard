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0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3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E9E1A-3290-F411-0F8D-41764FB828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897E0-E229-AD2A-5B74-6A4A6AEB25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B96C00-91E6-0FAB-AB2A-7CE71D812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8C94A-29FD-C47F-FA30-B788E8B6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2E34-F454-82A6-5D1B-38175A521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863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E1A9-6BD5-79F5-AD4A-42C70E8CB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A4ED7-9784-5549-93ED-1AB1FA3A2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5E095-23F7-FC66-9299-39E257F40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EE25B-87B2-62C5-BBDF-6DA227386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85F8D-F55A-520A-B661-A664837C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94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FCCE2-A829-D444-333A-5A5234BCA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A5088-95DC-54D7-F5E1-1F3C95A57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C2A1-D83A-330C-491E-C655D988E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FAF30-2DD5-EE3E-3355-9CFDFAB71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394C2-0AEA-54C7-A5C6-B352C5EEB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322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7B5E2-1DD3-092C-79DF-FF45505C5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2A9A6-47D5-3FEE-D69B-A0AD05552A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86D120-321D-82DC-EAA4-B0F8BDF7EE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BD9A1-AADE-DA1D-9CDD-989B6AD8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83F29-0B1F-7293-F55A-923DD51DC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5E11C9-1F3A-1769-246B-A3BAD101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405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4547C-AF6B-296E-395E-18C45349F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74A49-A2C6-456A-7A4A-1CEE4DD24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5B7AB0-2C2D-B4A8-4F53-BE17EE6D21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2FD67E-90DB-5AEA-8CA5-396309E280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8CA659-514E-F980-AF0B-07B925664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DCE81A-EA91-1C76-82C4-4C7A367B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2CB618-0669-90AE-A023-880BE8F0B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07DFE1-472C-1DA2-454F-59E1591E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203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03934-2114-41EA-B6B2-8ECBB2A72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B83E4E-C188-72AC-9F5A-4AFD99879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BCF006-568C-EB39-3352-F45D155D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0E437-3241-867C-4630-E919CE8E0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034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086828-299B-7FDF-C80F-0AA1CCB3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B58C26-BDF0-2B84-6BBB-80A971812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152C1-C304-B122-B96B-E544F9A83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66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F6398-F25C-B56C-4C44-DEAA547E3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A4BC2-9C10-EAF9-8455-7AC9422EA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EF4CBC-ABED-E0CA-93F1-BCE3EAB9B7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00B2C3-4116-279D-D87B-F89AE7B3E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85DAA-2A6A-0D58-0DF1-8C6D4B486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1C4BD-9953-D499-6EC2-D9C22EF1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579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805D9-CCDE-BF3D-9027-3446CBE1C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D03260-6C7A-D5E3-D40E-B9054E610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EC3D0-07A4-A7ED-4F5F-94380CB34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C2109D-24EA-898B-385A-C5DCC0D9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A61EB-0205-5330-A727-F2E6FD53B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861BF-BD07-EA6F-8B60-FA5DFF90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083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9C8C-32BD-0398-40C8-29CEB024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59FA94-7C52-30F9-3CAE-DDC380763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47468-0919-FA91-06B3-115D5FDEB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1DECD2-0E01-3A37-D092-FD3495E2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F162F-F7D6-B34B-C63A-3112AB00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232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45C4AF-B6A6-9C64-EF40-C3BEFA2D8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536D58-BCE9-52BA-A2C6-36E4ADB6A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4F41B-59F4-3F5B-FDA5-E54EFA277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6801B-7EBC-AEC7-36A2-02CD5C37B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90F2D-5B12-0E2C-CD80-5E242FCD6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65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C233E8-DDAB-EA00-A0E4-E8A738ED9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7ECDC-2FB8-7761-F896-3AC539C3D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B1E4F-653C-1F01-5C02-C81282F7B8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0122B-BC72-41F7-938E-33D4221D7AF9}" type="datetimeFigureOut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8AE56-C4F3-B14D-DF7C-8B51811D0D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02C68-155D-78AE-D73E-291C961DC5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77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81FDD1DE-E2FB-2C4E-64F1-C464FF830BAD}"/>
              </a:ext>
            </a:extLst>
          </p:cNvPr>
          <p:cNvCxnSpPr>
            <a:cxnSpLocks/>
            <a:stCxn id="44" idx="2"/>
          </p:cNvCxnSpPr>
          <p:nvPr/>
        </p:nvCxnSpPr>
        <p:spPr>
          <a:xfrm rot="16200000" flipH="1">
            <a:off x="3426669" y="870979"/>
            <a:ext cx="117126" cy="6652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0CDB365-EA2B-A83D-6FB0-AA71257D4DB2}"/>
              </a:ext>
            </a:extLst>
          </p:cNvPr>
          <p:cNvSpPr txBox="1"/>
          <p:nvPr/>
        </p:nvSpPr>
        <p:spPr>
          <a:xfrm>
            <a:off x="3788482" y="1103061"/>
            <a:ext cx="11320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“20”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08717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782778D-7440-834B-3246-CB828C2EEAB6}"/>
              </a:ext>
            </a:extLst>
          </p:cNvPr>
          <p:cNvCxnSpPr>
            <a:cxnSpLocks/>
          </p:cNvCxnSpPr>
          <p:nvPr/>
        </p:nvCxnSpPr>
        <p:spPr>
          <a:xfrm>
            <a:off x="2238823" y="883065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CA9982C-1183-3516-3426-B1C2966BB475}"/>
              </a:ext>
            </a:extLst>
          </p:cNvPr>
          <p:cNvSpPr txBox="1"/>
          <p:nvPr/>
        </p:nvSpPr>
        <p:spPr>
          <a:xfrm>
            <a:off x="2851892" y="883422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</p:spTree>
    <p:extLst>
      <p:ext uri="{BB962C8B-B14F-4D97-AF65-F5344CB8AC3E}">
        <p14:creationId xmlns:p14="http://schemas.microsoft.com/office/powerpoint/2010/main" val="2910598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08717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782778D-7440-834B-3246-CB828C2EEAB6}"/>
              </a:ext>
            </a:extLst>
          </p:cNvPr>
          <p:cNvCxnSpPr>
            <a:cxnSpLocks/>
          </p:cNvCxnSpPr>
          <p:nvPr/>
        </p:nvCxnSpPr>
        <p:spPr>
          <a:xfrm>
            <a:off x="2238823" y="883065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CA9982C-1183-3516-3426-B1C2966BB475}"/>
              </a:ext>
            </a:extLst>
          </p:cNvPr>
          <p:cNvSpPr txBox="1"/>
          <p:nvPr/>
        </p:nvSpPr>
        <p:spPr>
          <a:xfrm>
            <a:off x="2851892" y="883422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  <p:cxnSp>
        <p:nvCxnSpPr>
          <p:cNvPr id="2" name="Connector: Elbow 6">
            <a:extLst>
              <a:ext uri="{FF2B5EF4-FFF2-40B4-BE49-F238E27FC236}">
                <a16:creationId xmlns:a16="http://schemas.microsoft.com/office/drawing/2014/main" id="{A0117CAB-6576-1133-6C4C-62CBC941345E}"/>
              </a:ext>
            </a:extLst>
          </p:cNvPr>
          <p:cNvCxnSpPr>
            <a:cxnSpLocks/>
            <a:stCxn id="44" idx="2"/>
          </p:cNvCxnSpPr>
          <p:nvPr/>
        </p:nvCxnSpPr>
        <p:spPr>
          <a:xfrm rot="16200000" flipH="1">
            <a:off x="3340614" y="957034"/>
            <a:ext cx="322498" cy="6984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5A46A2E-1226-FB72-A947-FEE7A5E7BEFA}"/>
              </a:ext>
            </a:extLst>
          </p:cNvPr>
          <p:cNvSpPr txBox="1"/>
          <p:nvPr/>
        </p:nvSpPr>
        <p:spPr>
          <a:xfrm>
            <a:off x="3811354" y="1145032"/>
            <a:ext cx="22926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[ “5”, ”0.1 * </a:t>
            </a:r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lot_width</a:t>
            </a:r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” ] </a:t>
            </a:r>
          </a:p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min_max</a:t>
            </a:r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: “max”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8262C71-DD9C-300F-A4DA-0061E14183A5}"/>
              </a:ext>
            </a:extLst>
          </p:cNvPr>
          <p:cNvCxnSpPr>
            <a:cxnSpLocks/>
          </p:cNvCxnSpPr>
          <p:nvPr/>
        </p:nvCxnSpPr>
        <p:spPr>
          <a:xfrm>
            <a:off x="3162686" y="1293395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529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08717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5" name="Connector: Elbow 6">
            <a:extLst>
              <a:ext uri="{FF2B5EF4-FFF2-40B4-BE49-F238E27FC236}">
                <a16:creationId xmlns:a16="http://schemas.microsoft.com/office/drawing/2014/main" id="{EC699288-6200-15F9-8E03-10914E310C8B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3384312" y="974852"/>
            <a:ext cx="269886" cy="687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A4C91FC-8FEA-BCE3-47AB-5C3478CBF8E9}"/>
              </a:ext>
            </a:extLst>
          </p:cNvPr>
          <p:cNvSpPr txBox="1"/>
          <p:nvPr/>
        </p:nvSpPr>
        <p:spPr>
          <a:xfrm>
            <a:off x="3811354" y="114170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 “height &lt;= 35”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“25”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0FFD52-D26D-A55D-7996-EB97F067EEA8}"/>
              </a:ext>
            </a:extLst>
          </p:cNvPr>
          <p:cNvCxnSpPr>
            <a:cxnSpLocks/>
          </p:cNvCxnSpPr>
          <p:nvPr/>
        </p:nvCxnSpPr>
        <p:spPr>
          <a:xfrm>
            <a:off x="3183468" y="129006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C5AB0F4-9086-CAC6-3A0B-7EC07F2ACF83}"/>
              </a:ext>
            </a:extLst>
          </p:cNvPr>
          <p:cNvSpPr txBox="1"/>
          <p:nvPr/>
        </p:nvSpPr>
        <p:spPr>
          <a:xfrm>
            <a:off x="2874764" y="922066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  <p:cxnSp>
        <p:nvCxnSpPr>
          <p:cNvPr id="23" name="Connector: Elbow 6">
            <a:extLst>
              <a:ext uri="{FF2B5EF4-FFF2-40B4-BE49-F238E27FC236}">
                <a16:creationId xmlns:a16="http://schemas.microsoft.com/office/drawing/2014/main" id="{761A36B6-B1D6-4B5F-1835-312E58D5F735}"/>
              </a:ext>
            </a:extLst>
          </p:cNvPr>
          <p:cNvCxnSpPr>
            <a:cxnSpLocks/>
            <a:stCxn id="27" idx="2"/>
          </p:cNvCxnSpPr>
          <p:nvPr/>
        </p:nvCxnSpPr>
        <p:spPr>
          <a:xfrm rot="16200000" flipH="1">
            <a:off x="3381505" y="1797237"/>
            <a:ext cx="269886" cy="6931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07050D-1F25-4AF3-01F0-D58F7146A739}"/>
              </a:ext>
            </a:extLst>
          </p:cNvPr>
          <p:cNvSpPr txBox="1"/>
          <p:nvPr/>
        </p:nvSpPr>
        <p:spPr>
          <a:xfrm>
            <a:off x="3811354" y="1966895"/>
            <a:ext cx="1994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 “height &gt; 35”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“25 + (height – 35)”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129E6E-0C69-D44B-0DB3-C347271F5D74}"/>
              </a:ext>
            </a:extLst>
          </p:cNvPr>
          <p:cNvCxnSpPr>
            <a:cxnSpLocks/>
          </p:cNvCxnSpPr>
          <p:nvPr/>
        </p:nvCxnSpPr>
        <p:spPr>
          <a:xfrm>
            <a:off x="3183468" y="211525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12">
            <a:extLst>
              <a:ext uri="{FF2B5EF4-FFF2-40B4-BE49-F238E27FC236}">
                <a16:creationId xmlns:a16="http://schemas.microsoft.com/office/drawing/2014/main" id="{9A5D13D5-C9A0-A000-C6DC-C6A452722C7B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09593" y="1071181"/>
            <a:ext cx="962646" cy="663706"/>
          </a:xfrm>
          <a:prstGeom prst="bentConnector3">
            <a:avLst>
              <a:gd name="adj1" fmla="val 10013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3A51A04-B881-F69D-7234-02E29FF7E7FE}"/>
              </a:ext>
            </a:extLst>
          </p:cNvPr>
          <p:cNvSpPr txBox="1"/>
          <p:nvPr/>
        </p:nvSpPr>
        <p:spPr>
          <a:xfrm>
            <a:off x="2874764" y="1747256"/>
            <a:ext cx="5902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[[2]]     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C35EA09-EBD3-3F10-3D7B-62A694A958DE}"/>
              </a:ext>
            </a:extLst>
          </p:cNvPr>
          <p:cNvCxnSpPr>
            <a:cxnSpLocks/>
          </p:cNvCxnSpPr>
          <p:nvPr/>
        </p:nvCxnSpPr>
        <p:spPr>
          <a:xfrm>
            <a:off x="2259063" y="1069936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9664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30509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5" name="Connector: Elbow 6">
            <a:extLst>
              <a:ext uri="{FF2B5EF4-FFF2-40B4-BE49-F238E27FC236}">
                <a16:creationId xmlns:a16="http://schemas.microsoft.com/office/drawing/2014/main" id="{EC699288-6200-15F9-8E03-10914E310C8B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3303309" y="1055855"/>
            <a:ext cx="431892" cy="687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A4C91FC-8FEA-BCE3-47AB-5C3478CBF8E9}"/>
              </a:ext>
            </a:extLst>
          </p:cNvPr>
          <p:cNvSpPr txBox="1"/>
          <p:nvPr/>
        </p:nvSpPr>
        <p:spPr>
          <a:xfrm>
            <a:off x="3811355" y="1141705"/>
            <a:ext cx="228464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</a:t>
            </a:r>
          </a:p>
          <a:p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“10”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0FFD52-D26D-A55D-7996-EB97F067EEA8}"/>
              </a:ext>
            </a:extLst>
          </p:cNvPr>
          <p:cNvCxnSpPr>
            <a:cxnSpLocks/>
          </p:cNvCxnSpPr>
          <p:nvPr/>
        </p:nvCxnSpPr>
        <p:spPr>
          <a:xfrm>
            <a:off x="3183468" y="129006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C5AB0F4-9086-CAC6-3A0B-7EC07F2ACF83}"/>
              </a:ext>
            </a:extLst>
          </p:cNvPr>
          <p:cNvSpPr txBox="1"/>
          <p:nvPr/>
        </p:nvSpPr>
        <p:spPr>
          <a:xfrm>
            <a:off x="2874764" y="922066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  <p:cxnSp>
        <p:nvCxnSpPr>
          <p:cNvPr id="26" name="Connector: Elbow 12">
            <a:extLst>
              <a:ext uri="{FF2B5EF4-FFF2-40B4-BE49-F238E27FC236}">
                <a16:creationId xmlns:a16="http://schemas.microsoft.com/office/drawing/2014/main" id="{9A5D13D5-C9A0-A000-C6DC-C6A452722C7B}"/>
              </a:ext>
            </a:extLst>
          </p:cNvPr>
          <p:cNvCxnSpPr>
            <a:cxnSpLocks/>
          </p:cNvCxnSpPr>
          <p:nvPr/>
        </p:nvCxnSpPr>
        <p:spPr>
          <a:xfrm rot="16200000" flipH="1">
            <a:off x="1181207" y="1958303"/>
            <a:ext cx="2801923" cy="681201"/>
          </a:xfrm>
          <a:prstGeom prst="bentConnector3">
            <a:avLst>
              <a:gd name="adj1" fmla="val 9989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C35EA09-EBD3-3F10-3D7B-62A694A958DE}"/>
              </a:ext>
            </a:extLst>
          </p:cNvPr>
          <p:cNvCxnSpPr>
            <a:cxnSpLocks/>
          </p:cNvCxnSpPr>
          <p:nvPr/>
        </p:nvCxnSpPr>
        <p:spPr>
          <a:xfrm>
            <a:off x="2248553" y="1069936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EA0CFA3-0497-18A9-C3BF-49E34CEE37B6}"/>
              </a:ext>
            </a:extLst>
          </p:cNvPr>
          <p:cNvSpPr txBox="1"/>
          <p:nvPr/>
        </p:nvSpPr>
        <p:spPr>
          <a:xfrm>
            <a:off x="4751606" y="1124959"/>
            <a:ext cx="54502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“Along any public streets except long residential streets (category C) and residential mew streets (category D)”</a:t>
            </a:r>
          </a:p>
        </p:txBody>
      </p:sp>
      <p:cxnSp>
        <p:nvCxnSpPr>
          <p:cNvPr id="8" name="Connector: Elbow 6">
            <a:extLst>
              <a:ext uri="{FF2B5EF4-FFF2-40B4-BE49-F238E27FC236}">
                <a16:creationId xmlns:a16="http://schemas.microsoft.com/office/drawing/2014/main" id="{5CB6D57B-D6D2-18F3-FBCC-93CA6519DE8F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3306980" y="1977003"/>
            <a:ext cx="434966" cy="6771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EE6D50-9124-9E9D-07EF-27FCEE259334}"/>
              </a:ext>
            </a:extLst>
          </p:cNvPr>
          <p:cNvSpPr txBox="1"/>
          <p:nvPr/>
        </p:nvSpPr>
        <p:spPr>
          <a:xfrm>
            <a:off x="3811355" y="2056105"/>
            <a:ext cx="228464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</a:t>
            </a:r>
          </a:p>
          <a:p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“5”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45E3636-9A6C-21BF-58A8-A338FF509232}"/>
              </a:ext>
            </a:extLst>
          </p:cNvPr>
          <p:cNvCxnSpPr>
            <a:cxnSpLocks/>
          </p:cNvCxnSpPr>
          <p:nvPr/>
        </p:nvCxnSpPr>
        <p:spPr>
          <a:xfrm>
            <a:off x="3183468" y="220446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454DC6C-B5D5-16D8-0E00-838F8BAF109C}"/>
              </a:ext>
            </a:extLst>
          </p:cNvPr>
          <p:cNvSpPr txBox="1"/>
          <p:nvPr/>
        </p:nvSpPr>
        <p:spPr>
          <a:xfrm>
            <a:off x="2874764" y="1836466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[[2]]     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68BFB3-B4AE-1ADE-AE89-0A9B1D7A896E}"/>
              </a:ext>
            </a:extLst>
          </p:cNvPr>
          <p:cNvCxnSpPr>
            <a:cxnSpLocks/>
          </p:cNvCxnSpPr>
          <p:nvPr/>
        </p:nvCxnSpPr>
        <p:spPr>
          <a:xfrm>
            <a:off x="2248553" y="1984336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59F06D-C63C-AE41-5499-5683867AA86F}"/>
              </a:ext>
            </a:extLst>
          </p:cNvPr>
          <p:cNvSpPr txBox="1"/>
          <p:nvPr/>
        </p:nvSpPr>
        <p:spPr>
          <a:xfrm>
            <a:off x="4751604" y="2056105"/>
            <a:ext cx="51602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["Along a residential street (category C)", "Building fronts public open space”]</a:t>
            </a:r>
          </a:p>
        </p:txBody>
      </p:sp>
      <p:cxnSp>
        <p:nvCxnSpPr>
          <p:cNvPr id="17" name="Connector: Elbow 6">
            <a:extLst>
              <a:ext uri="{FF2B5EF4-FFF2-40B4-BE49-F238E27FC236}">
                <a16:creationId xmlns:a16="http://schemas.microsoft.com/office/drawing/2014/main" id="{E5162C17-48B6-4847-FA5F-171678B4218D}"/>
              </a:ext>
            </a:extLst>
          </p:cNvPr>
          <p:cNvCxnSpPr>
            <a:cxnSpLocks/>
            <a:stCxn id="22" idx="2"/>
          </p:cNvCxnSpPr>
          <p:nvPr/>
        </p:nvCxnSpPr>
        <p:spPr>
          <a:xfrm rot="16200000" flipH="1">
            <a:off x="3391499" y="2869946"/>
            <a:ext cx="265928" cy="6771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55D68A7-6363-053E-7814-B78F8FD5A317}"/>
              </a:ext>
            </a:extLst>
          </p:cNvPr>
          <p:cNvSpPr txBox="1"/>
          <p:nvPr/>
        </p:nvSpPr>
        <p:spPr>
          <a:xfrm>
            <a:off x="3811355" y="3033567"/>
            <a:ext cx="22846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“8”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6C20E5-5EF4-4C1E-93A4-106ADA9609D0}"/>
              </a:ext>
            </a:extLst>
          </p:cNvPr>
          <p:cNvCxnSpPr>
            <a:cxnSpLocks/>
          </p:cNvCxnSpPr>
          <p:nvPr/>
        </p:nvCxnSpPr>
        <p:spPr>
          <a:xfrm>
            <a:off x="3183468" y="3181930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DE4B930-270C-E3BD-FC3D-831A77B6E6B7}"/>
              </a:ext>
            </a:extLst>
          </p:cNvPr>
          <p:cNvSpPr txBox="1"/>
          <p:nvPr/>
        </p:nvSpPr>
        <p:spPr>
          <a:xfrm>
            <a:off x="2874764" y="2813928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[[3]]      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1ABF4F9-DD1D-AD08-5051-E6EDC5C1A082}"/>
              </a:ext>
            </a:extLst>
          </p:cNvPr>
          <p:cNvCxnSpPr>
            <a:cxnSpLocks/>
          </p:cNvCxnSpPr>
          <p:nvPr/>
        </p:nvCxnSpPr>
        <p:spPr>
          <a:xfrm>
            <a:off x="2248553" y="2961798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5571144-411F-4DA8-ECE4-EF88C1F3B6D8}"/>
              </a:ext>
            </a:extLst>
          </p:cNvPr>
          <p:cNvSpPr txBox="1"/>
          <p:nvPr/>
        </p:nvSpPr>
        <p:spPr>
          <a:xfrm>
            <a:off x="4751604" y="3025723"/>
            <a:ext cx="40069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"Along a residential street (category C)”</a:t>
            </a:r>
          </a:p>
        </p:txBody>
      </p:sp>
      <p:cxnSp>
        <p:nvCxnSpPr>
          <p:cNvPr id="38" name="Connector: Elbow 6">
            <a:extLst>
              <a:ext uri="{FF2B5EF4-FFF2-40B4-BE49-F238E27FC236}">
                <a16:creationId xmlns:a16="http://schemas.microsoft.com/office/drawing/2014/main" id="{05A2DC58-7CFA-02C6-B89F-0A5A3EEE2806}"/>
              </a:ext>
            </a:extLst>
          </p:cNvPr>
          <p:cNvCxnSpPr>
            <a:cxnSpLocks/>
            <a:stCxn id="41" idx="2"/>
          </p:cNvCxnSpPr>
          <p:nvPr/>
        </p:nvCxnSpPr>
        <p:spPr>
          <a:xfrm rot="16200000" flipH="1">
            <a:off x="3387344" y="3630846"/>
            <a:ext cx="274238" cy="6771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D133DC8-F008-CF7F-4C2A-2587377759CF}"/>
              </a:ext>
            </a:extLst>
          </p:cNvPr>
          <p:cNvSpPr txBox="1"/>
          <p:nvPr/>
        </p:nvSpPr>
        <p:spPr>
          <a:xfrm>
            <a:off x="3811355" y="3790312"/>
            <a:ext cx="58615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 “Along a residential mew street (category D)”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“0”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D58A0C8-6907-1F61-9E68-F86A2787381B}"/>
              </a:ext>
            </a:extLst>
          </p:cNvPr>
          <p:cNvCxnSpPr>
            <a:cxnSpLocks/>
          </p:cNvCxnSpPr>
          <p:nvPr/>
        </p:nvCxnSpPr>
        <p:spPr>
          <a:xfrm>
            <a:off x="3183468" y="3938675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90E7460-5452-E4EE-0889-828B0F197F9A}"/>
              </a:ext>
            </a:extLst>
          </p:cNvPr>
          <p:cNvSpPr txBox="1"/>
          <p:nvPr/>
        </p:nvSpPr>
        <p:spPr>
          <a:xfrm>
            <a:off x="2874764" y="3570673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[[4]]     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463946-0ED3-7F1A-5310-8136B5109315}"/>
              </a:ext>
            </a:extLst>
          </p:cNvPr>
          <p:cNvSpPr txBox="1"/>
          <p:nvPr/>
        </p:nvSpPr>
        <p:spPr>
          <a:xfrm>
            <a:off x="7377958" y="7011865"/>
            <a:ext cx="3794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“Along a residential mew street (category D)”</a:t>
            </a:r>
          </a:p>
        </p:txBody>
      </p:sp>
    </p:spTree>
    <p:extLst>
      <p:ext uri="{BB962C8B-B14F-4D97-AF65-F5344CB8AC3E}">
        <p14:creationId xmlns:p14="http://schemas.microsoft.com/office/powerpoint/2010/main" val="915845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</TotalTime>
  <Words>209</Words>
  <Application>Microsoft Office PowerPoint</Application>
  <PresentationFormat>Widescreen</PresentationFormat>
  <Paragraphs>41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Cascadia Mono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GSD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Voulgaris, Carole Turley</dc:creator>
  <cp:lastModifiedBy>Voulgaris, Carole Turley</cp:lastModifiedBy>
  <cp:revision>23</cp:revision>
  <dcterms:created xsi:type="dcterms:W3CDTF">2025-05-05T19:50:19Z</dcterms:created>
  <dcterms:modified xsi:type="dcterms:W3CDTF">2025-07-21T17:14:31Z</dcterms:modified>
</cp:coreProperties>
</file>